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Tajawal" charset="1" panose="00000500000000000000"/>
      <p:regular r:id="rId11"/>
    </p:embeddedFont>
    <p:embeddedFont>
      <p:font typeface="Source Sans Pro" charset="1" panose="020B0503030403020204"/>
      <p:regular r:id="rId12"/>
    </p:embeddedFont>
    <p:embeddedFont>
      <p:font typeface="Open Sans Bold" charset="1" panose="020B0806030504020204"/>
      <p:regular r:id="rId13"/>
    </p:embeddedFont>
    <p:embeddedFont>
      <p:font typeface="Open Sans" charset="1" panose="020B0606030504020204"/>
      <p:regular r:id="rId14"/>
    </p:embeddedFont>
    <p:embeddedFont>
      <p:font typeface="Source Sans Pro Bold" charset="1" panose="020B0703030403020204"/>
      <p:regular r:id="rId15"/>
    </p:embeddedFont>
    <p:embeddedFont>
      <p:font typeface="Canva Sans Bold" charset="1" panose="020B0803030501040103"/>
      <p:regular r:id="rId16"/>
    </p:embeddedFont>
    <p:embeddedFont>
      <p:font typeface="Canva Sans" charset="1" panose="020B0503030501040103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Relationship Id="rId7" Target="../media/image8.png" Type="http://schemas.openxmlformats.org/officeDocument/2006/relationships/image"/><Relationship Id="rId8" Target="../media/image9.pn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608493" y="5414629"/>
            <a:ext cx="4679507" cy="4978199"/>
          </a:xfrm>
          <a:custGeom>
            <a:avLst/>
            <a:gdLst/>
            <a:ahLst/>
            <a:cxnLst/>
            <a:rect r="r" b="b" t="t" l="l"/>
            <a:pathLst>
              <a:path h="4978199" w="4679507">
                <a:moveTo>
                  <a:pt x="0" y="0"/>
                </a:moveTo>
                <a:lnTo>
                  <a:pt x="4679507" y="0"/>
                </a:lnTo>
                <a:lnTo>
                  <a:pt x="4679507" y="4978199"/>
                </a:lnTo>
                <a:lnTo>
                  <a:pt x="0" y="49781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0" y="-32160"/>
            <a:ext cx="4679507" cy="4978199"/>
          </a:xfrm>
          <a:custGeom>
            <a:avLst/>
            <a:gdLst/>
            <a:ahLst/>
            <a:cxnLst/>
            <a:rect r="r" b="b" t="t" l="l"/>
            <a:pathLst>
              <a:path h="4978199" w="4679507">
                <a:moveTo>
                  <a:pt x="4679507" y="4978199"/>
                </a:moveTo>
                <a:lnTo>
                  <a:pt x="0" y="4978199"/>
                </a:lnTo>
                <a:lnTo>
                  <a:pt x="0" y="0"/>
                </a:lnTo>
                <a:lnTo>
                  <a:pt x="4679507" y="0"/>
                </a:lnTo>
                <a:lnTo>
                  <a:pt x="4679507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414629"/>
            <a:ext cx="4261110" cy="4872371"/>
          </a:xfrm>
          <a:custGeom>
            <a:avLst/>
            <a:gdLst/>
            <a:ahLst/>
            <a:cxnLst/>
            <a:rect r="r" b="b" t="t" l="l"/>
            <a:pathLst>
              <a:path h="4872371" w="4261110">
                <a:moveTo>
                  <a:pt x="0" y="0"/>
                </a:moveTo>
                <a:lnTo>
                  <a:pt x="4261110" y="0"/>
                </a:lnTo>
                <a:lnTo>
                  <a:pt x="4261110" y="4872371"/>
                </a:lnTo>
                <a:lnTo>
                  <a:pt x="0" y="48723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3934338" y="-3216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4978199"/>
                </a:moveTo>
                <a:lnTo>
                  <a:pt x="0" y="4978199"/>
                </a:lnTo>
                <a:lnTo>
                  <a:pt x="0" y="0"/>
                </a:lnTo>
                <a:lnTo>
                  <a:pt x="4353662" y="0"/>
                </a:lnTo>
                <a:lnTo>
                  <a:pt x="4353662" y="497819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568229" y="6020864"/>
            <a:ext cx="2797992" cy="2654390"/>
            <a:chOff x="0" y="0"/>
            <a:chExt cx="3730656" cy="3539187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624089"/>
              <a:ext cx="2915098" cy="2915098"/>
              <a:chOff x="0" y="0"/>
              <a:chExt cx="812800" cy="8128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25882"/>
                </a:srgbClr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1457549" y="0"/>
              <a:ext cx="2273107" cy="2273107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3" id="13"/>
          <p:cNvGrpSpPr/>
          <p:nvPr/>
        </p:nvGrpSpPr>
        <p:grpSpPr>
          <a:xfrm rot="-10800000">
            <a:off x="13934338" y="1325883"/>
            <a:ext cx="2797992" cy="2654390"/>
            <a:chOff x="0" y="0"/>
            <a:chExt cx="3730656" cy="3539187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624089"/>
              <a:ext cx="2915098" cy="2915098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25882"/>
                </a:srgbClr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0">
              <a:off x="1457549" y="0"/>
              <a:ext cx="2273107" cy="2273107"/>
              <a:chOff x="0" y="0"/>
              <a:chExt cx="812800" cy="8128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4679507" y="2263211"/>
            <a:ext cx="9038496" cy="6843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564"/>
              </a:lnSpc>
            </a:pPr>
            <a:r>
              <a:rPr lang="en-US" sz="24321">
                <a:solidFill>
                  <a:srgbClr val="272530"/>
                </a:solidFill>
                <a:latin typeface="Tajawal"/>
                <a:ea typeface="Tajawal"/>
                <a:cs typeface="Tajawal"/>
                <a:sym typeface="Tajawal"/>
              </a:rPr>
              <a:t>TEAM NAME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414629"/>
            <a:ext cx="4261110" cy="4872371"/>
          </a:xfrm>
          <a:custGeom>
            <a:avLst/>
            <a:gdLst/>
            <a:ahLst/>
            <a:cxnLst/>
            <a:rect r="r" b="b" t="t" l="l"/>
            <a:pathLst>
              <a:path h="4872371" w="4261110">
                <a:moveTo>
                  <a:pt x="0" y="0"/>
                </a:moveTo>
                <a:lnTo>
                  <a:pt x="4261110" y="0"/>
                </a:lnTo>
                <a:lnTo>
                  <a:pt x="4261110" y="4872371"/>
                </a:lnTo>
                <a:lnTo>
                  <a:pt x="0" y="48723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934338" y="-3216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4978199"/>
                </a:moveTo>
                <a:lnTo>
                  <a:pt x="0" y="4978199"/>
                </a:lnTo>
                <a:lnTo>
                  <a:pt x="0" y="0"/>
                </a:lnTo>
                <a:lnTo>
                  <a:pt x="4353662" y="0"/>
                </a:lnTo>
                <a:lnTo>
                  <a:pt x="4353662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34338" y="5361715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0"/>
                </a:moveTo>
                <a:lnTo>
                  <a:pt x="0" y="0"/>
                </a:lnTo>
                <a:lnTo>
                  <a:pt x="0" y="4978199"/>
                </a:lnTo>
                <a:lnTo>
                  <a:pt x="4353662" y="4978199"/>
                </a:lnTo>
                <a:lnTo>
                  <a:pt x="435366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0" y="4978199"/>
                </a:moveTo>
                <a:lnTo>
                  <a:pt x="4353662" y="4978199"/>
                </a:lnTo>
                <a:lnTo>
                  <a:pt x="4353662" y="0"/>
                </a:lnTo>
                <a:lnTo>
                  <a:pt x="0" y="0"/>
                </a:lnTo>
                <a:lnTo>
                  <a:pt x="0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655960"/>
            <a:ext cx="6290437" cy="2251061"/>
          </a:xfrm>
          <a:custGeom>
            <a:avLst/>
            <a:gdLst/>
            <a:ahLst/>
            <a:cxnLst/>
            <a:rect r="r" b="b" t="t" l="l"/>
            <a:pathLst>
              <a:path h="2251061" w="6290437">
                <a:moveTo>
                  <a:pt x="0" y="0"/>
                </a:moveTo>
                <a:lnTo>
                  <a:pt x="6290437" y="0"/>
                </a:lnTo>
                <a:lnTo>
                  <a:pt x="6290437" y="2251061"/>
                </a:lnTo>
                <a:lnTo>
                  <a:pt x="0" y="22510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319137" y="4655960"/>
            <a:ext cx="8678788" cy="2251061"/>
          </a:xfrm>
          <a:custGeom>
            <a:avLst/>
            <a:gdLst/>
            <a:ahLst/>
            <a:cxnLst/>
            <a:rect r="r" b="b" t="t" l="l"/>
            <a:pathLst>
              <a:path h="2251061" w="8678788">
                <a:moveTo>
                  <a:pt x="0" y="0"/>
                </a:moveTo>
                <a:lnTo>
                  <a:pt x="8678788" y="0"/>
                </a:lnTo>
                <a:lnTo>
                  <a:pt x="8678788" y="2251061"/>
                </a:lnTo>
                <a:lnTo>
                  <a:pt x="0" y="22510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848470" y="6907021"/>
            <a:ext cx="4825280" cy="2112738"/>
          </a:xfrm>
          <a:custGeom>
            <a:avLst/>
            <a:gdLst/>
            <a:ahLst/>
            <a:cxnLst/>
            <a:rect r="r" b="b" t="t" l="l"/>
            <a:pathLst>
              <a:path h="2112738" w="4825280">
                <a:moveTo>
                  <a:pt x="0" y="0"/>
                </a:moveTo>
                <a:lnTo>
                  <a:pt x="4825280" y="0"/>
                </a:lnTo>
                <a:lnTo>
                  <a:pt x="4825280" y="2112738"/>
                </a:lnTo>
                <a:lnTo>
                  <a:pt x="0" y="21127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861856" y="7390694"/>
            <a:ext cx="3829571" cy="3258131"/>
          </a:xfrm>
          <a:custGeom>
            <a:avLst/>
            <a:gdLst/>
            <a:ahLst/>
            <a:cxnLst/>
            <a:rect r="r" b="b" t="t" l="l"/>
            <a:pathLst>
              <a:path h="3258131" w="3829571">
                <a:moveTo>
                  <a:pt x="0" y="0"/>
                </a:moveTo>
                <a:lnTo>
                  <a:pt x="3829572" y="0"/>
                </a:lnTo>
                <a:lnTo>
                  <a:pt x="3829572" y="3258131"/>
                </a:lnTo>
                <a:lnTo>
                  <a:pt x="0" y="32581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691428" y="6907021"/>
            <a:ext cx="5306497" cy="2264428"/>
          </a:xfrm>
          <a:custGeom>
            <a:avLst/>
            <a:gdLst/>
            <a:ahLst/>
            <a:cxnLst/>
            <a:rect r="r" b="b" t="t" l="l"/>
            <a:pathLst>
              <a:path h="2264428" w="5306497">
                <a:moveTo>
                  <a:pt x="0" y="0"/>
                </a:moveTo>
                <a:lnTo>
                  <a:pt x="5306497" y="0"/>
                </a:lnTo>
                <a:lnTo>
                  <a:pt x="5306497" y="2264428"/>
                </a:lnTo>
                <a:lnTo>
                  <a:pt x="0" y="226442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5528751" y="5781491"/>
            <a:ext cx="5992167" cy="3098491"/>
          </a:xfrm>
          <a:custGeom>
            <a:avLst/>
            <a:gdLst/>
            <a:ahLst/>
            <a:cxnLst/>
            <a:rect r="r" b="b" t="t" l="l"/>
            <a:pathLst>
              <a:path h="3098491" w="5992167">
                <a:moveTo>
                  <a:pt x="0" y="0"/>
                </a:moveTo>
                <a:lnTo>
                  <a:pt x="5992168" y="0"/>
                </a:lnTo>
                <a:lnTo>
                  <a:pt x="5992168" y="3098491"/>
                </a:lnTo>
                <a:lnTo>
                  <a:pt x="0" y="309849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984137" y="354172"/>
            <a:ext cx="6319726" cy="1172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7"/>
              </a:lnSpc>
            </a:pPr>
            <a:r>
              <a:rPr lang="en-US" sz="7640">
                <a:solidFill>
                  <a:srgbClr val="272530"/>
                </a:solidFill>
                <a:latin typeface="Tajawal"/>
                <a:ea typeface="Tajawal"/>
                <a:cs typeface="Tajawal"/>
                <a:sym typeface="Tajawal"/>
              </a:rPr>
              <a:t>PS3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730859"/>
            <a:ext cx="16230600" cy="2925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 pandas, numpy and matplotlib to create graphs out of the 32,000 rows of data.</a:t>
            </a:r>
          </a:p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Compared different weather patterns such as radiation, temperature and humidity to see trends.</a:t>
            </a:r>
          </a:p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Used plots, scatter graphs, bar graphs, twin graphs and heatmaps to relate various quantities.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414629"/>
            <a:ext cx="4261110" cy="4872371"/>
          </a:xfrm>
          <a:custGeom>
            <a:avLst/>
            <a:gdLst/>
            <a:ahLst/>
            <a:cxnLst/>
            <a:rect r="r" b="b" t="t" l="l"/>
            <a:pathLst>
              <a:path h="4872371" w="4261110">
                <a:moveTo>
                  <a:pt x="0" y="0"/>
                </a:moveTo>
                <a:lnTo>
                  <a:pt x="4261110" y="0"/>
                </a:lnTo>
                <a:lnTo>
                  <a:pt x="4261110" y="4872371"/>
                </a:lnTo>
                <a:lnTo>
                  <a:pt x="0" y="48723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934338" y="-3216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4978199"/>
                </a:moveTo>
                <a:lnTo>
                  <a:pt x="0" y="4978199"/>
                </a:lnTo>
                <a:lnTo>
                  <a:pt x="0" y="0"/>
                </a:lnTo>
                <a:lnTo>
                  <a:pt x="4353662" y="0"/>
                </a:lnTo>
                <a:lnTo>
                  <a:pt x="4353662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34338" y="5361715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0"/>
                </a:moveTo>
                <a:lnTo>
                  <a:pt x="0" y="0"/>
                </a:lnTo>
                <a:lnTo>
                  <a:pt x="0" y="4978199"/>
                </a:lnTo>
                <a:lnTo>
                  <a:pt x="4353662" y="4978199"/>
                </a:lnTo>
                <a:lnTo>
                  <a:pt x="435366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0" y="4978199"/>
                </a:moveTo>
                <a:lnTo>
                  <a:pt x="4353662" y="4978199"/>
                </a:lnTo>
                <a:lnTo>
                  <a:pt x="4353662" y="0"/>
                </a:lnTo>
                <a:lnTo>
                  <a:pt x="0" y="0"/>
                </a:lnTo>
                <a:lnTo>
                  <a:pt x="0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016331" y="267178"/>
            <a:ext cx="8255338" cy="1172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7"/>
              </a:lnSpc>
            </a:pPr>
            <a:r>
              <a:rPr lang="en-US" sz="7640">
                <a:solidFill>
                  <a:srgbClr val="272530"/>
                </a:solidFill>
                <a:latin typeface="Tajawal"/>
                <a:ea typeface="Tajawal"/>
                <a:cs typeface="Tajawal"/>
                <a:sym typeface="Tajawal"/>
              </a:rPr>
              <a:t>PS2 - PART B AND C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730859"/>
            <a:ext cx="16230600" cy="6335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Solar radiation is highest around noon.</a:t>
            </a:r>
          </a:p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Temperature has the strongest relationship with radiation.</a:t>
            </a:r>
          </a:p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Certain days have jagged radiation peaks, which may link to solar flares.</a:t>
            </a:r>
          </a:p>
          <a:p>
            <a:pPr algn="l">
              <a:lnSpc>
                <a:spcPts val="4673"/>
              </a:lnSpc>
            </a:pPr>
          </a:p>
          <a:p>
            <a:pPr algn="l">
              <a:lnSpc>
                <a:spcPts val="6493"/>
              </a:lnSpc>
            </a:pPr>
            <a:r>
              <a:rPr lang="en-US" sz="46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TEMPERATURE RISES WITH RADIATION, BUT FALLS MUCH SLOWER</a:t>
            </a:r>
          </a:p>
          <a:p>
            <a:pPr algn="l">
              <a:lnSpc>
                <a:spcPts val="6493"/>
              </a:lnSpc>
            </a:pPr>
          </a:p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Determined day of maximum radiation, and its time and weather conditions.</a:t>
            </a:r>
          </a:p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Analysed the Sunrise and Sunset times of the days, and compared them with the time of maximum radiation.</a:t>
            </a:r>
          </a:p>
          <a:p>
            <a:pPr algn="l" marL="720790" indent="-360395" lvl="1">
              <a:lnSpc>
                <a:spcPts val="4673"/>
              </a:lnSpc>
              <a:buFont typeface="Arial"/>
              <a:buChar char="•"/>
            </a:pPr>
            <a:r>
              <a:rPr lang="en-US" sz="3338">
                <a:solidFill>
                  <a:srgbClr val="27253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Grouped days  based on average radiation, and displayed the top 5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414629"/>
            <a:ext cx="4261110" cy="4872371"/>
          </a:xfrm>
          <a:custGeom>
            <a:avLst/>
            <a:gdLst/>
            <a:ahLst/>
            <a:cxnLst/>
            <a:rect r="r" b="b" t="t" l="l"/>
            <a:pathLst>
              <a:path h="4872371" w="4261110">
                <a:moveTo>
                  <a:pt x="0" y="0"/>
                </a:moveTo>
                <a:lnTo>
                  <a:pt x="4261110" y="0"/>
                </a:lnTo>
                <a:lnTo>
                  <a:pt x="4261110" y="4872371"/>
                </a:lnTo>
                <a:lnTo>
                  <a:pt x="0" y="48723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934338" y="-3216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4978199"/>
                </a:moveTo>
                <a:lnTo>
                  <a:pt x="0" y="4978199"/>
                </a:lnTo>
                <a:lnTo>
                  <a:pt x="0" y="0"/>
                </a:lnTo>
                <a:lnTo>
                  <a:pt x="4353662" y="0"/>
                </a:lnTo>
                <a:lnTo>
                  <a:pt x="4353662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34338" y="5361715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0"/>
                </a:moveTo>
                <a:lnTo>
                  <a:pt x="0" y="0"/>
                </a:lnTo>
                <a:lnTo>
                  <a:pt x="0" y="4978199"/>
                </a:lnTo>
                <a:lnTo>
                  <a:pt x="4353662" y="4978199"/>
                </a:lnTo>
                <a:lnTo>
                  <a:pt x="435366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0" y="4978199"/>
                </a:moveTo>
                <a:lnTo>
                  <a:pt x="4353662" y="4978199"/>
                </a:lnTo>
                <a:lnTo>
                  <a:pt x="4353662" y="0"/>
                </a:lnTo>
                <a:lnTo>
                  <a:pt x="0" y="0"/>
                </a:lnTo>
                <a:lnTo>
                  <a:pt x="0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082705" y="2817083"/>
          <a:ext cx="16122590" cy="5582627"/>
        </p:xfrm>
        <a:graphic>
          <a:graphicData uri="http://schemas.openxmlformats.org/drawingml/2006/table">
            <a:tbl>
              <a:tblPr/>
              <a:tblGrid>
                <a:gridCol w="2303227"/>
                <a:gridCol w="2303227"/>
                <a:gridCol w="2303227"/>
                <a:gridCol w="2303227"/>
                <a:gridCol w="2303227"/>
                <a:gridCol w="2303227"/>
                <a:gridCol w="2303227"/>
              </a:tblGrid>
              <a:tr h="2101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PLANET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YEAR LENGTH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(DAYS)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BRIGHTNESS DIP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SIZE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(x EARTH)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TYPE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DISTANCE FROM STAR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(AU)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IDEAL DISTANCE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(AU)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04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STAC-1b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4.25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0.0030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5.98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Gas Giant, like Neptune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0.051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1.00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04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STAC-2b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80.0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0.0010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2.76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Big rocky or Small glassy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0.337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0.63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04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STAC-3b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37.5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0.0010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1.73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Rocky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Super-Earth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0.174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0.28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7" id="7"/>
          <p:cNvSpPr txBox="true"/>
          <p:nvPr/>
        </p:nvSpPr>
        <p:spPr>
          <a:xfrm rot="0">
            <a:off x="5984137" y="354172"/>
            <a:ext cx="6319726" cy="1172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7"/>
              </a:lnSpc>
            </a:pPr>
            <a:r>
              <a:rPr lang="en-US" sz="7640">
                <a:solidFill>
                  <a:srgbClr val="272530"/>
                </a:solidFill>
                <a:latin typeface="Tajawal"/>
                <a:ea typeface="Tajawal"/>
                <a:cs typeface="Tajawal"/>
                <a:sym typeface="Tajawal"/>
              </a:rPr>
              <a:t>PS3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81391" y="1640514"/>
            <a:ext cx="6034818" cy="848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</a:pPr>
            <a:r>
              <a:rPr lang="en-US" sz="4972" b="true">
                <a:solidFill>
                  <a:srgbClr val="272530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THE THREE PLANETS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414629"/>
            <a:ext cx="4261110" cy="4872371"/>
          </a:xfrm>
          <a:custGeom>
            <a:avLst/>
            <a:gdLst/>
            <a:ahLst/>
            <a:cxnLst/>
            <a:rect r="r" b="b" t="t" l="l"/>
            <a:pathLst>
              <a:path h="4872371" w="4261110">
                <a:moveTo>
                  <a:pt x="0" y="0"/>
                </a:moveTo>
                <a:lnTo>
                  <a:pt x="4261110" y="0"/>
                </a:lnTo>
                <a:lnTo>
                  <a:pt x="4261110" y="4872371"/>
                </a:lnTo>
                <a:lnTo>
                  <a:pt x="0" y="48723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3934338" y="-3216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4978199"/>
                </a:moveTo>
                <a:lnTo>
                  <a:pt x="0" y="4978199"/>
                </a:lnTo>
                <a:lnTo>
                  <a:pt x="0" y="0"/>
                </a:lnTo>
                <a:lnTo>
                  <a:pt x="4353662" y="0"/>
                </a:lnTo>
                <a:lnTo>
                  <a:pt x="4353662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34338" y="5361715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4353662" y="0"/>
                </a:moveTo>
                <a:lnTo>
                  <a:pt x="0" y="0"/>
                </a:lnTo>
                <a:lnTo>
                  <a:pt x="0" y="4978199"/>
                </a:lnTo>
                <a:lnTo>
                  <a:pt x="4353662" y="4978199"/>
                </a:lnTo>
                <a:lnTo>
                  <a:pt x="435366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0"/>
            <a:ext cx="4353662" cy="4978199"/>
          </a:xfrm>
          <a:custGeom>
            <a:avLst/>
            <a:gdLst/>
            <a:ahLst/>
            <a:cxnLst/>
            <a:rect r="r" b="b" t="t" l="l"/>
            <a:pathLst>
              <a:path h="4978199" w="4353662">
                <a:moveTo>
                  <a:pt x="0" y="4978199"/>
                </a:moveTo>
                <a:lnTo>
                  <a:pt x="4353662" y="4978199"/>
                </a:lnTo>
                <a:lnTo>
                  <a:pt x="4353662" y="0"/>
                </a:lnTo>
                <a:lnTo>
                  <a:pt x="0" y="0"/>
                </a:lnTo>
                <a:lnTo>
                  <a:pt x="0" y="49781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324975" y="3032134"/>
            <a:ext cx="4659162" cy="4659162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38218" y="0"/>
                  </a:moveTo>
                  <a:lnTo>
                    <a:pt x="774582" y="0"/>
                  </a:lnTo>
                  <a:cubicBezTo>
                    <a:pt x="795689" y="0"/>
                    <a:pt x="812800" y="17111"/>
                    <a:pt x="812800" y="38218"/>
                  </a:cubicBezTo>
                  <a:lnTo>
                    <a:pt x="812800" y="774582"/>
                  </a:lnTo>
                  <a:cubicBezTo>
                    <a:pt x="812800" y="795689"/>
                    <a:pt x="795689" y="812800"/>
                    <a:pt x="774582" y="812800"/>
                  </a:cubicBezTo>
                  <a:lnTo>
                    <a:pt x="38218" y="812800"/>
                  </a:lnTo>
                  <a:cubicBezTo>
                    <a:pt x="17111" y="812800"/>
                    <a:pt x="0" y="795689"/>
                    <a:pt x="0" y="774582"/>
                  </a:cubicBezTo>
                  <a:lnTo>
                    <a:pt x="0" y="38218"/>
                  </a:lnTo>
                  <a:cubicBezTo>
                    <a:pt x="0" y="17111"/>
                    <a:pt x="17111" y="0"/>
                    <a:pt x="38218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768143" y="3032134"/>
            <a:ext cx="4659162" cy="4659162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38218" y="0"/>
                  </a:moveTo>
                  <a:lnTo>
                    <a:pt x="774582" y="0"/>
                  </a:lnTo>
                  <a:cubicBezTo>
                    <a:pt x="795689" y="0"/>
                    <a:pt x="812800" y="17111"/>
                    <a:pt x="812800" y="38218"/>
                  </a:cubicBezTo>
                  <a:lnTo>
                    <a:pt x="812800" y="774582"/>
                  </a:lnTo>
                  <a:cubicBezTo>
                    <a:pt x="812800" y="795689"/>
                    <a:pt x="795689" y="812800"/>
                    <a:pt x="774582" y="812800"/>
                  </a:cubicBezTo>
                  <a:lnTo>
                    <a:pt x="38218" y="812800"/>
                  </a:lnTo>
                  <a:cubicBezTo>
                    <a:pt x="17111" y="812800"/>
                    <a:pt x="0" y="795689"/>
                    <a:pt x="0" y="774582"/>
                  </a:cubicBezTo>
                  <a:lnTo>
                    <a:pt x="0" y="38218"/>
                  </a:lnTo>
                  <a:cubicBezTo>
                    <a:pt x="0" y="17111"/>
                    <a:pt x="17111" y="0"/>
                    <a:pt x="38218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303863" y="3032134"/>
            <a:ext cx="4659162" cy="4659162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38218" y="0"/>
                  </a:moveTo>
                  <a:lnTo>
                    <a:pt x="774582" y="0"/>
                  </a:lnTo>
                  <a:cubicBezTo>
                    <a:pt x="795689" y="0"/>
                    <a:pt x="812800" y="17111"/>
                    <a:pt x="812800" y="38218"/>
                  </a:cubicBezTo>
                  <a:lnTo>
                    <a:pt x="812800" y="774582"/>
                  </a:lnTo>
                  <a:cubicBezTo>
                    <a:pt x="812800" y="795689"/>
                    <a:pt x="795689" y="812800"/>
                    <a:pt x="774582" y="812800"/>
                  </a:cubicBezTo>
                  <a:lnTo>
                    <a:pt x="38218" y="812800"/>
                  </a:lnTo>
                  <a:cubicBezTo>
                    <a:pt x="17111" y="812800"/>
                    <a:pt x="0" y="795689"/>
                    <a:pt x="0" y="774582"/>
                  </a:cubicBezTo>
                  <a:lnTo>
                    <a:pt x="0" y="38218"/>
                  </a:lnTo>
                  <a:cubicBezTo>
                    <a:pt x="0" y="17111"/>
                    <a:pt x="17111" y="0"/>
                    <a:pt x="38218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5984137" y="354172"/>
            <a:ext cx="6319726" cy="1172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7"/>
              </a:lnSpc>
            </a:pPr>
            <a:r>
              <a:rPr lang="en-US" sz="7640">
                <a:solidFill>
                  <a:srgbClr val="272530"/>
                </a:solidFill>
                <a:latin typeface="Tajawal"/>
                <a:ea typeface="Tajawal"/>
                <a:cs typeface="Tajawal"/>
                <a:sym typeface="Tajawal"/>
              </a:rPr>
              <a:t>PS2 - PART 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981391" y="1640514"/>
            <a:ext cx="8753374" cy="848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62"/>
              </a:lnSpc>
            </a:pPr>
            <a:r>
              <a:rPr lang="en-US" sz="4972" b="true">
                <a:solidFill>
                  <a:srgbClr val="272530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WHY STAC-3b IS THE BEST PICK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31561" y="3260427"/>
            <a:ext cx="1598057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BF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1.73x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839282" y="3260427"/>
            <a:ext cx="179416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BF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206595" y="3260427"/>
            <a:ext cx="165711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BF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0.174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08576" y="4080847"/>
            <a:ext cx="4575561" cy="629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80"/>
              </a:lnSpc>
              <a:spcBef>
                <a:spcPct val="0"/>
              </a:spcBef>
            </a:pPr>
            <a:r>
              <a:rPr lang="en-US" b="true" sz="3700" strike="noStrike" u="none">
                <a:solidFill>
                  <a:srgbClr val="FFBF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It has solid ground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77725" y="5004745"/>
            <a:ext cx="4353662" cy="284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7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At 1.73 times Earth’s size, it’s mostly rock and metal, so we can actually build on it. The other two are mostly gas.</a:t>
            </a:r>
          </a:p>
          <a:p>
            <a:pPr algn="ctr">
              <a:lnSpc>
                <a:spcPts val="3780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7003245" y="4898414"/>
            <a:ext cx="4317586" cy="28613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57"/>
              </a:lnSpc>
              <a:spcBef>
                <a:spcPct val="0"/>
              </a:spcBef>
            </a:pP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Its star’s ideal distance is 0.28 AU. Compared to the others, STAC-3b is the closest to its ideal. STAC-1b sits way too close and gets blasted with radiation.</a:t>
            </a:r>
          </a:p>
          <a:p>
            <a:pPr algn="ctr" marL="0" indent="0" lvl="0">
              <a:lnSpc>
                <a:spcPts val="3257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6809944" y="4080847"/>
            <a:ext cx="4575561" cy="629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80"/>
              </a:lnSpc>
              <a:spcBef>
                <a:spcPct val="0"/>
              </a:spcBef>
            </a:pPr>
            <a:r>
              <a:rPr lang="en-US" b="true" sz="3700">
                <a:solidFill>
                  <a:srgbClr val="FFBF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Decent distance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303863" y="4080847"/>
            <a:ext cx="4575561" cy="629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180"/>
              </a:lnSpc>
              <a:spcBef>
                <a:spcPct val="0"/>
              </a:spcBef>
            </a:pPr>
            <a:r>
              <a:rPr lang="en-US" b="true" sz="3700">
                <a:solidFill>
                  <a:srgbClr val="FFBF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Its star will last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474651" y="4930574"/>
            <a:ext cx="4317586" cy="20405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57"/>
              </a:lnSpc>
              <a:spcBef>
                <a:spcPct val="0"/>
              </a:spcBef>
            </a:pPr>
            <a:r>
              <a:rPr lang="en-US" sz="232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STAC-3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 a s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ll,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ool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s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tar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(an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M-dw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ar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f).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ars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lik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th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 b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urn for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ry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lo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ng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t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ime,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s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b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wo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uld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hav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a 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saf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, s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ble ho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me</a:t>
            </a:r>
            <a:r>
              <a:rPr lang="en-US" sz="2326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DAHY_cZ0eaE</dc:identifier>
  <dcterms:modified xsi:type="dcterms:W3CDTF">2011-08-01T06:04:30Z</dcterms:modified>
  <cp:revision>1</cp:revision>
  <dc:title>Copy of JEE Seminar</dc:title>
</cp:coreProperties>
</file>