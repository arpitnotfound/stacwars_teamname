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2" r:id="rId4"/>
    <p:sldId id="261" r:id="rId5"/>
    <p:sldId id="258" r:id="rId6"/>
    <p:sldId id="259" r:id="rId7"/>
    <p:sldId id="260" r:id="rId8"/>
  </p:sldIdLst>
  <p:sldSz cx="18288000" cy="10287000"/>
  <p:notesSz cx="6858000" cy="9144000"/>
  <p:embeddedFontLst>
    <p:embeddedFont>
      <p:font typeface="Canva Sans" panose="020B0604020202020204" charset="0"/>
      <p:regular r:id="rId9"/>
    </p:embeddedFont>
    <p:embeddedFont>
      <p:font typeface="Canva Sans Bold" panose="020B0604020202020204" charset="0"/>
      <p:regular r:id="rId10"/>
    </p:embeddedFont>
    <p:embeddedFont>
      <p:font typeface="Open Sans" panose="020F0502020204030204" pitchFamily="34" charset="0"/>
      <p:regular r:id="rId11"/>
    </p:embeddedFont>
    <p:embeddedFont>
      <p:font typeface="Open Sans Bold" panose="020B0604020202020204" charset="0"/>
      <p:regular r:id="rId12"/>
    </p:embeddedFont>
    <p:embeddedFont>
      <p:font typeface="Source Sans Pro" panose="020F0502020204030204" pitchFamily="34" charset="0"/>
      <p:regular r:id="rId13"/>
    </p:embeddedFont>
    <p:embeddedFont>
      <p:font typeface="Source Sans Pro Bold" panose="020B0604020202020204" charset="0"/>
      <p:regular r:id="rId14"/>
    </p:embeddedFont>
    <p:embeddedFont>
      <p:font typeface="Tajawal" panose="020B0604020202020204" charset="-78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08493" y="5414629"/>
            <a:ext cx="4679507" cy="4978199"/>
          </a:xfrm>
          <a:custGeom>
            <a:avLst/>
            <a:gdLst/>
            <a:ahLst/>
            <a:cxnLst/>
            <a:rect l="l" t="t" r="r" b="b"/>
            <a:pathLst>
              <a:path w="4679507" h="4978199">
                <a:moveTo>
                  <a:pt x="0" y="0"/>
                </a:moveTo>
                <a:lnTo>
                  <a:pt x="4679507" y="0"/>
                </a:lnTo>
                <a:lnTo>
                  <a:pt x="4679507" y="4978199"/>
                </a:lnTo>
                <a:lnTo>
                  <a:pt x="0" y="49781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0" y="-32160"/>
            <a:ext cx="4679507" cy="4978199"/>
          </a:xfrm>
          <a:custGeom>
            <a:avLst/>
            <a:gdLst/>
            <a:ahLst/>
            <a:cxnLst/>
            <a:rect l="l" t="t" r="r" b="b"/>
            <a:pathLst>
              <a:path w="4679507" h="4978199">
                <a:moveTo>
                  <a:pt x="4679507" y="4978199"/>
                </a:moveTo>
                <a:lnTo>
                  <a:pt x="0" y="4978199"/>
                </a:lnTo>
                <a:lnTo>
                  <a:pt x="0" y="0"/>
                </a:lnTo>
                <a:lnTo>
                  <a:pt x="4679507" y="0"/>
                </a:lnTo>
                <a:lnTo>
                  <a:pt x="4679507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5414629"/>
            <a:ext cx="4261110" cy="4872371"/>
          </a:xfrm>
          <a:custGeom>
            <a:avLst/>
            <a:gdLst/>
            <a:ahLst/>
            <a:cxnLst/>
            <a:rect l="l" t="t" r="r" b="b"/>
            <a:pathLst>
              <a:path w="4261110" h="4872371">
                <a:moveTo>
                  <a:pt x="0" y="0"/>
                </a:moveTo>
                <a:lnTo>
                  <a:pt x="4261110" y="0"/>
                </a:lnTo>
                <a:lnTo>
                  <a:pt x="4261110" y="4872371"/>
                </a:lnTo>
                <a:lnTo>
                  <a:pt x="0" y="4872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3934338" y="-3216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4978199"/>
                </a:moveTo>
                <a:lnTo>
                  <a:pt x="0" y="4978199"/>
                </a:lnTo>
                <a:lnTo>
                  <a:pt x="0" y="0"/>
                </a:lnTo>
                <a:lnTo>
                  <a:pt x="4353662" y="0"/>
                </a:lnTo>
                <a:lnTo>
                  <a:pt x="4353662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568229" y="6020864"/>
            <a:ext cx="2797992" cy="2654390"/>
            <a:chOff x="0" y="0"/>
            <a:chExt cx="3730656" cy="353918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624089"/>
              <a:ext cx="2915098" cy="2915098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25882"/>
                </a:srgbClr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57549" y="0"/>
              <a:ext cx="2273107" cy="2273107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 rot="-10800000">
            <a:off x="13934338" y="1325883"/>
            <a:ext cx="2797992" cy="2654390"/>
            <a:chOff x="0" y="0"/>
            <a:chExt cx="3730656" cy="3539187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624089"/>
              <a:ext cx="2915098" cy="2915098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25882"/>
                </a:srgbClr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457549" y="0"/>
              <a:ext cx="2273107" cy="2273107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0" name="TextBox 20"/>
          <p:cNvSpPr txBox="1"/>
          <p:nvPr/>
        </p:nvSpPr>
        <p:spPr>
          <a:xfrm>
            <a:off x="4679507" y="2263211"/>
            <a:ext cx="9038496" cy="684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564"/>
              </a:lnSpc>
            </a:pPr>
            <a:r>
              <a:rPr lang="en-US" sz="24321">
                <a:solidFill>
                  <a:srgbClr val="272530"/>
                </a:solidFill>
                <a:latin typeface="Tajawal"/>
                <a:ea typeface="Tajawal"/>
                <a:cs typeface="Tajawal"/>
                <a:sym typeface="Tajawal"/>
              </a:rPr>
              <a:t>TEAM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414629"/>
            <a:ext cx="4261110" cy="4872371"/>
          </a:xfrm>
          <a:custGeom>
            <a:avLst/>
            <a:gdLst/>
            <a:ahLst/>
            <a:cxnLst/>
            <a:rect l="l" t="t" r="r" b="b"/>
            <a:pathLst>
              <a:path w="4261110" h="4872371">
                <a:moveTo>
                  <a:pt x="0" y="0"/>
                </a:moveTo>
                <a:lnTo>
                  <a:pt x="4261110" y="0"/>
                </a:lnTo>
                <a:lnTo>
                  <a:pt x="4261110" y="4872371"/>
                </a:lnTo>
                <a:lnTo>
                  <a:pt x="0" y="4872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934338" y="-3216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4978199"/>
                </a:moveTo>
                <a:lnTo>
                  <a:pt x="0" y="4978199"/>
                </a:lnTo>
                <a:lnTo>
                  <a:pt x="0" y="0"/>
                </a:lnTo>
                <a:lnTo>
                  <a:pt x="4353662" y="0"/>
                </a:lnTo>
                <a:lnTo>
                  <a:pt x="4353662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934338" y="5361715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0"/>
                </a:moveTo>
                <a:lnTo>
                  <a:pt x="0" y="0"/>
                </a:lnTo>
                <a:lnTo>
                  <a:pt x="0" y="4978199"/>
                </a:lnTo>
                <a:lnTo>
                  <a:pt x="4353662" y="4978199"/>
                </a:lnTo>
                <a:lnTo>
                  <a:pt x="43536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0" y="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0" y="4978199"/>
                </a:moveTo>
                <a:lnTo>
                  <a:pt x="4353662" y="4978199"/>
                </a:lnTo>
                <a:lnTo>
                  <a:pt x="4353662" y="0"/>
                </a:lnTo>
                <a:lnTo>
                  <a:pt x="0" y="0"/>
                </a:lnTo>
                <a:lnTo>
                  <a:pt x="0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4655960"/>
            <a:ext cx="6290437" cy="2251061"/>
          </a:xfrm>
          <a:custGeom>
            <a:avLst/>
            <a:gdLst/>
            <a:ahLst/>
            <a:cxnLst/>
            <a:rect l="l" t="t" r="r" b="b"/>
            <a:pathLst>
              <a:path w="6290437" h="2251061">
                <a:moveTo>
                  <a:pt x="0" y="0"/>
                </a:moveTo>
                <a:lnTo>
                  <a:pt x="6290437" y="0"/>
                </a:lnTo>
                <a:lnTo>
                  <a:pt x="6290437" y="2251061"/>
                </a:lnTo>
                <a:lnTo>
                  <a:pt x="0" y="22510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319137" y="4655960"/>
            <a:ext cx="8678788" cy="2251061"/>
          </a:xfrm>
          <a:custGeom>
            <a:avLst/>
            <a:gdLst/>
            <a:ahLst/>
            <a:cxnLst/>
            <a:rect l="l" t="t" r="r" b="b"/>
            <a:pathLst>
              <a:path w="8678788" h="2251061">
                <a:moveTo>
                  <a:pt x="0" y="0"/>
                </a:moveTo>
                <a:lnTo>
                  <a:pt x="8678788" y="0"/>
                </a:lnTo>
                <a:lnTo>
                  <a:pt x="8678788" y="2251061"/>
                </a:lnTo>
                <a:lnTo>
                  <a:pt x="0" y="2251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848470" y="6907021"/>
            <a:ext cx="4825280" cy="2112738"/>
          </a:xfrm>
          <a:custGeom>
            <a:avLst/>
            <a:gdLst/>
            <a:ahLst/>
            <a:cxnLst/>
            <a:rect l="l" t="t" r="r" b="b"/>
            <a:pathLst>
              <a:path w="4825280" h="2112738">
                <a:moveTo>
                  <a:pt x="0" y="0"/>
                </a:moveTo>
                <a:lnTo>
                  <a:pt x="4825280" y="0"/>
                </a:lnTo>
                <a:lnTo>
                  <a:pt x="4825280" y="2112738"/>
                </a:lnTo>
                <a:lnTo>
                  <a:pt x="0" y="21127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691428" y="6907021"/>
            <a:ext cx="5306497" cy="2264428"/>
          </a:xfrm>
          <a:custGeom>
            <a:avLst/>
            <a:gdLst/>
            <a:ahLst/>
            <a:cxnLst/>
            <a:rect l="l" t="t" r="r" b="b"/>
            <a:pathLst>
              <a:path w="5306497" h="2264428">
                <a:moveTo>
                  <a:pt x="0" y="0"/>
                </a:moveTo>
                <a:lnTo>
                  <a:pt x="5306497" y="0"/>
                </a:lnTo>
                <a:lnTo>
                  <a:pt x="5306497" y="2264428"/>
                </a:lnTo>
                <a:lnTo>
                  <a:pt x="0" y="22644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528751" y="5781491"/>
            <a:ext cx="5992167" cy="3098491"/>
          </a:xfrm>
          <a:custGeom>
            <a:avLst/>
            <a:gdLst/>
            <a:ahLst/>
            <a:cxnLst/>
            <a:rect l="l" t="t" r="r" b="b"/>
            <a:pathLst>
              <a:path w="5992167" h="3098491">
                <a:moveTo>
                  <a:pt x="0" y="0"/>
                </a:moveTo>
                <a:lnTo>
                  <a:pt x="5992168" y="0"/>
                </a:lnTo>
                <a:lnTo>
                  <a:pt x="5992168" y="3098491"/>
                </a:lnTo>
                <a:lnTo>
                  <a:pt x="0" y="3098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984137" y="354172"/>
            <a:ext cx="6319726" cy="103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17"/>
              </a:lnSpc>
            </a:pPr>
            <a:r>
              <a:rPr lang="en-US" sz="7640" dirty="0">
                <a:solidFill>
                  <a:srgbClr val="272530"/>
                </a:solidFill>
                <a:latin typeface="Tajawal"/>
                <a:ea typeface="Tajawal"/>
                <a:cs typeface="Tajawal"/>
                <a:sym typeface="Tajawal"/>
              </a:rPr>
              <a:t>PS1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730859"/>
            <a:ext cx="16230600" cy="292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Used pandas, numpy and matplotlib to create graphs out of the 32,000 rows of data.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Compared different weather patterns such as radiation, temperature and humidity to see trends.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Used plots, scatter graphs, bar graphs, twin graphs and heatmaps to relate various quantities.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5096FA3-B303-633B-F024-F8D95F515B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9753" y="1493624"/>
            <a:ext cx="15759825" cy="7840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CEAD0-329D-2298-E817-09ED379EF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A9E21DD-7F82-6DD3-C561-F200602EC23C}"/>
              </a:ext>
            </a:extLst>
          </p:cNvPr>
          <p:cNvSpPr/>
          <p:nvPr/>
        </p:nvSpPr>
        <p:spPr>
          <a:xfrm>
            <a:off x="0" y="5414629"/>
            <a:ext cx="4261110" cy="4872371"/>
          </a:xfrm>
          <a:custGeom>
            <a:avLst/>
            <a:gdLst/>
            <a:ahLst/>
            <a:cxnLst/>
            <a:rect l="l" t="t" r="r" b="b"/>
            <a:pathLst>
              <a:path w="4261110" h="4872371">
                <a:moveTo>
                  <a:pt x="0" y="0"/>
                </a:moveTo>
                <a:lnTo>
                  <a:pt x="4261110" y="0"/>
                </a:lnTo>
                <a:lnTo>
                  <a:pt x="4261110" y="4872371"/>
                </a:lnTo>
                <a:lnTo>
                  <a:pt x="0" y="4872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B5F85C0-DDB9-4173-F697-DAD23EED6083}"/>
              </a:ext>
            </a:extLst>
          </p:cNvPr>
          <p:cNvSpPr/>
          <p:nvPr/>
        </p:nvSpPr>
        <p:spPr>
          <a:xfrm flipH="1" flipV="1">
            <a:off x="13934338" y="-3216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4978199"/>
                </a:moveTo>
                <a:lnTo>
                  <a:pt x="0" y="4978199"/>
                </a:lnTo>
                <a:lnTo>
                  <a:pt x="0" y="0"/>
                </a:lnTo>
                <a:lnTo>
                  <a:pt x="4353662" y="0"/>
                </a:lnTo>
                <a:lnTo>
                  <a:pt x="4353662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4C34259-A59E-F7D4-8AD4-BECCF1D30758}"/>
              </a:ext>
            </a:extLst>
          </p:cNvPr>
          <p:cNvSpPr/>
          <p:nvPr/>
        </p:nvSpPr>
        <p:spPr>
          <a:xfrm flipH="1">
            <a:off x="13934338" y="5361715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0"/>
                </a:moveTo>
                <a:lnTo>
                  <a:pt x="0" y="0"/>
                </a:lnTo>
                <a:lnTo>
                  <a:pt x="0" y="4978199"/>
                </a:lnTo>
                <a:lnTo>
                  <a:pt x="4353662" y="4978199"/>
                </a:lnTo>
                <a:lnTo>
                  <a:pt x="43536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44651CB-DF86-C6BA-9167-69AF9C37AFEE}"/>
              </a:ext>
            </a:extLst>
          </p:cNvPr>
          <p:cNvSpPr/>
          <p:nvPr/>
        </p:nvSpPr>
        <p:spPr>
          <a:xfrm flipV="1">
            <a:off x="0" y="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0" y="4978199"/>
                </a:moveTo>
                <a:lnTo>
                  <a:pt x="4353662" y="4978199"/>
                </a:lnTo>
                <a:lnTo>
                  <a:pt x="4353662" y="0"/>
                </a:lnTo>
                <a:lnTo>
                  <a:pt x="0" y="0"/>
                </a:lnTo>
                <a:lnTo>
                  <a:pt x="0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16A3747-6ADA-F582-ECAD-CADFD55AD994}"/>
              </a:ext>
            </a:extLst>
          </p:cNvPr>
          <p:cNvSpPr/>
          <p:nvPr/>
        </p:nvSpPr>
        <p:spPr>
          <a:xfrm>
            <a:off x="7319137" y="4655960"/>
            <a:ext cx="8678788" cy="2251061"/>
          </a:xfrm>
          <a:custGeom>
            <a:avLst/>
            <a:gdLst/>
            <a:ahLst/>
            <a:cxnLst/>
            <a:rect l="l" t="t" r="r" b="b"/>
            <a:pathLst>
              <a:path w="8678788" h="2251061">
                <a:moveTo>
                  <a:pt x="0" y="0"/>
                </a:moveTo>
                <a:lnTo>
                  <a:pt x="8678788" y="0"/>
                </a:lnTo>
                <a:lnTo>
                  <a:pt x="8678788" y="2251061"/>
                </a:lnTo>
                <a:lnTo>
                  <a:pt x="0" y="22510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503B198-933D-A05F-C29D-CFB6E754FC51}"/>
              </a:ext>
            </a:extLst>
          </p:cNvPr>
          <p:cNvSpPr/>
          <p:nvPr/>
        </p:nvSpPr>
        <p:spPr>
          <a:xfrm>
            <a:off x="1848470" y="6907021"/>
            <a:ext cx="4825280" cy="2112738"/>
          </a:xfrm>
          <a:custGeom>
            <a:avLst/>
            <a:gdLst/>
            <a:ahLst/>
            <a:cxnLst/>
            <a:rect l="l" t="t" r="r" b="b"/>
            <a:pathLst>
              <a:path w="4825280" h="2112738">
                <a:moveTo>
                  <a:pt x="0" y="0"/>
                </a:moveTo>
                <a:lnTo>
                  <a:pt x="4825280" y="0"/>
                </a:lnTo>
                <a:lnTo>
                  <a:pt x="4825280" y="2112738"/>
                </a:lnTo>
                <a:lnTo>
                  <a:pt x="0" y="21127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47DE1A7-2F58-0DA8-4A11-0785F609E577}"/>
              </a:ext>
            </a:extLst>
          </p:cNvPr>
          <p:cNvSpPr/>
          <p:nvPr/>
        </p:nvSpPr>
        <p:spPr>
          <a:xfrm>
            <a:off x="10691428" y="6907021"/>
            <a:ext cx="5306497" cy="2264428"/>
          </a:xfrm>
          <a:custGeom>
            <a:avLst/>
            <a:gdLst/>
            <a:ahLst/>
            <a:cxnLst/>
            <a:rect l="l" t="t" r="r" b="b"/>
            <a:pathLst>
              <a:path w="5306497" h="2264428">
                <a:moveTo>
                  <a:pt x="0" y="0"/>
                </a:moveTo>
                <a:lnTo>
                  <a:pt x="5306497" y="0"/>
                </a:lnTo>
                <a:lnTo>
                  <a:pt x="5306497" y="2264428"/>
                </a:lnTo>
                <a:lnTo>
                  <a:pt x="0" y="22644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2832281-BC62-7A42-3AC4-9D52BACBB955}"/>
              </a:ext>
            </a:extLst>
          </p:cNvPr>
          <p:cNvSpPr/>
          <p:nvPr/>
        </p:nvSpPr>
        <p:spPr>
          <a:xfrm>
            <a:off x="5528751" y="5781491"/>
            <a:ext cx="5992167" cy="3098491"/>
          </a:xfrm>
          <a:custGeom>
            <a:avLst/>
            <a:gdLst/>
            <a:ahLst/>
            <a:cxnLst/>
            <a:rect l="l" t="t" r="r" b="b"/>
            <a:pathLst>
              <a:path w="5992167" h="3098491">
                <a:moveTo>
                  <a:pt x="0" y="0"/>
                </a:moveTo>
                <a:lnTo>
                  <a:pt x="5992168" y="0"/>
                </a:lnTo>
                <a:lnTo>
                  <a:pt x="5992168" y="3098491"/>
                </a:lnTo>
                <a:lnTo>
                  <a:pt x="0" y="30984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78E95DE-AD29-D5A3-C336-D079046B4A12}"/>
              </a:ext>
            </a:extLst>
          </p:cNvPr>
          <p:cNvSpPr txBox="1"/>
          <p:nvPr/>
        </p:nvSpPr>
        <p:spPr>
          <a:xfrm>
            <a:off x="5984137" y="354172"/>
            <a:ext cx="6319726" cy="103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17"/>
              </a:lnSpc>
            </a:pPr>
            <a:r>
              <a:rPr lang="en-US" sz="7640" dirty="0">
                <a:solidFill>
                  <a:srgbClr val="272530"/>
                </a:solidFill>
                <a:latin typeface="Tajawal"/>
                <a:ea typeface="Tajawal"/>
                <a:cs typeface="Tajawal"/>
                <a:sym typeface="Tajawal"/>
              </a:rPr>
              <a:t>PS1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90802EE-91DC-6D10-D02A-65EE57F907A0}"/>
              </a:ext>
            </a:extLst>
          </p:cNvPr>
          <p:cNvSpPr txBox="1"/>
          <p:nvPr/>
        </p:nvSpPr>
        <p:spPr>
          <a:xfrm>
            <a:off x="1028700" y="1730859"/>
            <a:ext cx="16230600" cy="292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Used pandas, numpy and matplotlib to create graphs out of the 32,000 rows of data.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Compared different weather patterns such as radiation, temperature and humidity to see trends.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Used plots, scatter graphs, bar graphs, twin graphs and heatmaps to relate various quantities.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5C31167-CB19-253D-3385-6635CB2590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5507" y="1548196"/>
            <a:ext cx="15481379" cy="758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208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6EAE1-8E00-D3A0-F9E9-04452FA1E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9B3A9F9-6387-2F09-BF19-9464C0CEBA2C}"/>
              </a:ext>
            </a:extLst>
          </p:cNvPr>
          <p:cNvSpPr/>
          <p:nvPr/>
        </p:nvSpPr>
        <p:spPr>
          <a:xfrm>
            <a:off x="0" y="5414629"/>
            <a:ext cx="4261110" cy="4872371"/>
          </a:xfrm>
          <a:custGeom>
            <a:avLst/>
            <a:gdLst/>
            <a:ahLst/>
            <a:cxnLst/>
            <a:rect l="l" t="t" r="r" b="b"/>
            <a:pathLst>
              <a:path w="4261110" h="4872371">
                <a:moveTo>
                  <a:pt x="0" y="0"/>
                </a:moveTo>
                <a:lnTo>
                  <a:pt x="4261110" y="0"/>
                </a:lnTo>
                <a:lnTo>
                  <a:pt x="4261110" y="4872371"/>
                </a:lnTo>
                <a:lnTo>
                  <a:pt x="0" y="4872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4CAF747-7D57-F19D-1777-BE2E34D0E12B}"/>
              </a:ext>
            </a:extLst>
          </p:cNvPr>
          <p:cNvSpPr/>
          <p:nvPr/>
        </p:nvSpPr>
        <p:spPr>
          <a:xfrm flipH="1" flipV="1">
            <a:off x="13934338" y="-3216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4978199"/>
                </a:moveTo>
                <a:lnTo>
                  <a:pt x="0" y="4978199"/>
                </a:lnTo>
                <a:lnTo>
                  <a:pt x="0" y="0"/>
                </a:lnTo>
                <a:lnTo>
                  <a:pt x="4353662" y="0"/>
                </a:lnTo>
                <a:lnTo>
                  <a:pt x="4353662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6B5CF94-865B-1B7D-CED6-A3F54514B011}"/>
              </a:ext>
            </a:extLst>
          </p:cNvPr>
          <p:cNvSpPr/>
          <p:nvPr/>
        </p:nvSpPr>
        <p:spPr>
          <a:xfrm flipH="1">
            <a:off x="13934338" y="5361715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0"/>
                </a:moveTo>
                <a:lnTo>
                  <a:pt x="0" y="0"/>
                </a:lnTo>
                <a:lnTo>
                  <a:pt x="0" y="4978199"/>
                </a:lnTo>
                <a:lnTo>
                  <a:pt x="4353662" y="4978199"/>
                </a:lnTo>
                <a:lnTo>
                  <a:pt x="43536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D5D27FB-5A78-6D7E-48AA-694E413BEF8E}"/>
              </a:ext>
            </a:extLst>
          </p:cNvPr>
          <p:cNvSpPr/>
          <p:nvPr/>
        </p:nvSpPr>
        <p:spPr>
          <a:xfrm flipV="1">
            <a:off x="0" y="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0" y="4978199"/>
                </a:moveTo>
                <a:lnTo>
                  <a:pt x="4353662" y="4978199"/>
                </a:lnTo>
                <a:lnTo>
                  <a:pt x="4353662" y="0"/>
                </a:lnTo>
                <a:lnTo>
                  <a:pt x="0" y="0"/>
                </a:lnTo>
                <a:lnTo>
                  <a:pt x="0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D5B7AEF-7FBD-4886-660B-77C9ED5F6C02}"/>
              </a:ext>
            </a:extLst>
          </p:cNvPr>
          <p:cNvSpPr/>
          <p:nvPr/>
        </p:nvSpPr>
        <p:spPr>
          <a:xfrm>
            <a:off x="1028700" y="4655960"/>
            <a:ext cx="6290437" cy="2251061"/>
          </a:xfrm>
          <a:custGeom>
            <a:avLst/>
            <a:gdLst/>
            <a:ahLst/>
            <a:cxnLst/>
            <a:rect l="l" t="t" r="r" b="b"/>
            <a:pathLst>
              <a:path w="6290437" h="2251061">
                <a:moveTo>
                  <a:pt x="0" y="0"/>
                </a:moveTo>
                <a:lnTo>
                  <a:pt x="6290437" y="0"/>
                </a:lnTo>
                <a:lnTo>
                  <a:pt x="6290437" y="2251061"/>
                </a:lnTo>
                <a:lnTo>
                  <a:pt x="0" y="22510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4C7AE92-5386-E41C-F386-1D0A4303286B}"/>
              </a:ext>
            </a:extLst>
          </p:cNvPr>
          <p:cNvSpPr/>
          <p:nvPr/>
        </p:nvSpPr>
        <p:spPr>
          <a:xfrm>
            <a:off x="7319137" y="4655960"/>
            <a:ext cx="8678788" cy="2251061"/>
          </a:xfrm>
          <a:custGeom>
            <a:avLst/>
            <a:gdLst/>
            <a:ahLst/>
            <a:cxnLst/>
            <a:rect l="l" t="t" r="r" b="b"/>
            <a:pathLst>
              <a:path w="8678788" h="2251061">
                <a:moveTo>
                  <a:pt x="0" y="0"/>
                </a:moveTo>
                <a:lnTo>
                  <a:pt x="8678788" y="0"/>
                </a:lnTo>
                <a:lnTo>
                  <a:pt x="8678788" y="2251061"/>
                </a:lnTo>
                <a:lnTo>
                  <a:pt x="0" y="2251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940C7AB-58C7-EF0F-C887-798513F1A389}"/>
              </a:ext>
            </a:extLst>
          </p:cNvPr>
          <p:cNvSpPr/>
          <p:nvPr/>
        </p:nvSpPr>
        <p:spPr>
          <a:xfrm>
            <a:off x="1848470" y="6907021"/>
            <a:ext cx="4825280" cy="2112738"/>
          </a:xfrm>
          <a:custGeom>
            <a:avLst/>
            <a:gdLst/>
            <a:ahLst/>
            <a:cxnLst/>
            <a:rect l="l" t="t" r="r" b="b"/>
            <a:pathLst>
              <a:path w="4825280" h="2112738">
                <a:moveTo>
                  <a:pt x="0" y="0"/>
                </a:moveTo>
                <a:lnTo>
                  <a:pt x="4825280" y="0"/>
                </a:lnTo>
                <a:lnTo>
                  <a:pt x="4825280" y="2112738"/>
                </a:lnTo>
                <a:lnTo>
                  <a:pt x="0" y="21127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9001EE2-CB26-408F-55B9-3309BE3EE033}"/>
              </a:ext>
            </a:extLst>
          </p:cNvPr>
          <p:cNvSpPr/>
          <p:nvPr/>
        </p:nvSpPr>
        <p:spPr>
          <a:xfrm>
            <a:off x="6861856" y="7390694"/>
            <a:ext cx="3829571" cy="3258131"/>
          </a:xfrm>
          <a:custGeom>
            <a:avLst/>
            <a:gdLst/>
            <a:ahLst/>
            <a:cxnLst/>
            <a:rect l="l" t="t" r="r" b="b"/>
            <a:pathLst>
              <a:path w="3829571" h="3258131">
                <a:moveTo>
                  <a:pt x="0" y="0"/>
                </a:moveTo>
                <a:lnTo>
                  <a:pt x="3829572" y="0"/>
                </a:lnTo>
                <a:lnTo>
                  <a:pt x="3829572" y="3258131"/>
                </a:lnTo>
                <a:lnTo>
                  <a:pt x="0" y="32581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82E160D-FC8A-FF1A-0BBF-BC065CD5C4F5}"/>
              </a:ext>
            </a:extLst>
          </p:cNvPr>
          <p:cNvSpPr/>
          <p:nvPr/>
        </p:nvSpPr>
        <p:spPr>
          <a:xfrm>
            <a:off x="10691428" y="6907021"/>
            <a:ext cx="5306497" cy="2264428"/>
          </a:xfrm>
          <a:custGeom>
            <a:avLst/>
            <a:gdLst/>
            <a:ahLst/>
            <a:cxnLst/>
            <a:rect l="l" t="t" r="r" b="b"/>
            <a:pathLst>
              <a:path w="5306497" h="2264428">
                <a:moveTo>
                  <a:pt x="0" y="0"/>
                </a:moveTo>
                <a:lnTo>
                  <a:pt x="5306497" y="0"/>
                </a:lnTo>
                <a:lnTo>
                  <a:pt x="5306497" y="2264428"/>
                </a:lnTo>
                <a:lnTo>
                  <a:pt x="0" y="22644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D38865F-AED1-DAC2-183A-94977D8179C2}"/>
              </a:ext>
            </a:extLst>
          </p:cNvPr>
          <p:cNvSpPr/>
          <p:nvPr/>
        </p:nvSpPr>
        <p:spPr>
          <a:xfrm>
            <a:off x="5528751" y="5781491"/>
            <a:ext cx="5992167" cy="3098491"/>
          </a:xfrm>
          <a:custGeom>
            <a:avLst/>
            <a:gdLst/>
            <a:ahLst/>
            <a:cxnLst/>
            <a:rect l="l" t="t" r="r" b="b"/>
            <a:pathLst>
              <a:path w="5992167" h="3098491">
                <a:moveTo>
                  <a:pt x="0" y="0"/>
                </a:moveTo>
                <a:lnTo>
                  <a:pt x="5992168" y="0"/>
                </a:lnTo>
                <a:lnTo>
                  <a:pt x="5992168" y="3098491"/>
                </a:lnTo>
                <a:lnTo>
                  <a:pt x="0" y="30984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EE3265A-843D-4421-9DB5-CDC2D822BE89}"/>
              </a:ext>
            </a:extLst>
          </p:cNvPr>
          <p:cNvSpPr txBox="1"/>
          <p:nvPr/>
        </p:nvSpPr>
        <p:spPr>
          <a:xfrm>
            <a:off x="5984137" y="354172"/>
            <a:ext cx="6319726" cy="1034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17"/>
              </a:lnSpc>
            </a:pPr>
            <a:r>
              <a:rPr lang="en-US" sz="7640" dirty="0">
                <a:solidFill>
                  <a:srgbClr val="272530"/>
                </a:solidFill>
                <a:latin typeface="Tajawal"/>
                <a:ea typeface="Tajawal"/>
                <a:cs typeface="Tajawal"/>
                <a:sym typeface="Tajawal"/>
              </a:rPr>
              <a:t>PS2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F1B089D-13BC-9203-F177-F5D8A5FF08C5}"/>
              </a:ext>
            </a:extLst>
          </p:cNvPr>
          <p:cNvSpPr txBox="1"/>
          <p:nvPr/>
        </p:nvSpPr>
        <p:spPr>
          <a:xfrm>
            <a:off x="1028700" y="1730859"/>
            <a:ext cx="16230600" cy="292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Used pandas, numpy and matplotlib to create graphs out of the 32,000 rows of data.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Compared different weather patterns such as radiation, temperature and humidity to see trends.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Used plots, scatter graphs, bar graphs, twin graphs and heatmaps to relate various quantities.</a:t>
            </a:r>
          </a:p>
        </p:txBody>
      </p:sp>
    </p:spTree>
    <p:extLst>
      <p:ext uri="{BB962C8B-B14F-4D97-AF65-F5344CB8AC3E}">
        <p14:creationId xmlns:p14="http://schemas.microsoft.com/office/powerpoint/2010/main" val="1231292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414629"/>
            <a:ext cx="4261110" cy="4872371"/>
          </a:xfrm>
          <a:custGeom>
            <a:avLst/>
            <a:gdLst/>
            <a:ahLst/>
            <a:cxnLst/>
            <a:rect l="l" t="t" r="r" b="b"/>
            <a:pathLst>
              <a:path w="4261110" h="4872371">
                <a:moveTo>
                  <a:pt x="0" y="0"/>
                </a:moveTo>
                <a:lnTo>
                  <a:pt x="4261110" y="0"/>
                </a:lnTo>
                <a:lnTo>
                  <a:pt x="4261110" y="4872371"/>
                </a:lnTo>
                <a:lnTo>
                  <a:pt x="0" y="4872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934338" y="-3216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4978199"/>
                </a:moveTo>
                <a:lnTo>
                  <a:pt x="0" y="4978199"/>
                </a:lnTo>
                <a:lnTo>
                  <a:pt x="0" y="0"/>
                </a:lnTo>
                <a:lnTo>
                  <a:pt x="4353662" y="0"/>
                </a:lnTo>
                <a:lnTo>
                  <a:pt x="4353662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934338" y="5361715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0"/>
                </a:moveTo>
                <a:lnTo>
                  <a:pt x="0" y="0"/>
                </a:lnTo>
                <a:lnTo>
                  <a:pt x="0" y="4978199"/>
                </a:lnTo>
                <a:lnTo>
                  <a:pt x="4353662" y="4978199"/>
                </a:lnTo>
                <a:lnTo>
                  <a:pt x="43536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0" y="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0" y="4978199"/>
                </a:moveTo>
                <a:lnTo>
                  <a:pt x="4353662" y="4978199"/>
                </a:lnTo>
                <a:lnTo>
                  <a:pt x="4353662" y="0"/>
                </a:lnTo>
                <a:lnTo>
                  <a:pt x="0" y="0"/>
                </a:lnTo>
                <a:lnTo>
                  <a:pt x="0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016331" y="267178"/>
            <a:ext cx="8255338" cy="117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17"/>
              </a:lnSpc>
            </a:pPr>
            <a:r>
              <a:rPr lang="en-US" sz="7640">
                <a:solidFill>
                  <a:srgbClr val="272530"/>
                </a:solidFill>
                <a:latin typeface="Tajawal"/>
                <a:ea typeface="Tajawal"/>
                <a:cs typeface="Tajawal"/>
                <a:sym typeface="Tajawal"/>
              </a:rPr>
              <a:t>PS2 - PART B AND 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730859"/>
            <a:ext cx="16230600" cy="6335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Solar radiation is highest around noon.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Temperature has the strongest relationship with radiation.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Certain days have jagged radiation peaks, which may link to solar flares.</a:t>
            </a:r>
          </a:p>
          <a:p>
            <a:pPr algn="l">
              <a:lnSpc>
                <a:spcPts val="4673"/>
              </a:lnSpc>
            </a:pPr>
            <a:endParaRPr lang="en-US" sz="3338">
              <a:solidFill>
                <a:srgbClr val="27253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algn="l">
              <a:lnSpc>
                <a:spcPts val="6493"/>
              </a:lnSpc>
            </a:pPr>
            <a:r>
              <a:rPr lang="en-US" sz="46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TEMPERATURE RISES WITH RADIATION, BUT FALLS MUCH SLOWER</a:t>
            </a:r>
          </a:p>
          <a:p>
            <a:pPr algn="l">
              <a:lnSpc>
                <a:spcPts val="6493"/>
              </a:lnSpc>
            </a:pPr>
            <a:endParaRPr lang="en-US" sz="4638">
              <a:solidFill>
                <a:srgbClr val="27253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Determined day of maximum radiation, and its time and weather conditions.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Analysed the Sunrise and Sunset times of the days, and compared them with the time of maximum radiation.</a:t>
            </a:r>
          </a:p>
          <a:p>
            <a:pPr marL="720790" lvl="1" indent="-360395" algn="l">
              <a:lnSpc>
                <a:spcPts val="4673"/>
              </a:lnSpc>
              <a:buFont typeface="Arial"/>
              <a:buChar char="•"/>
            </a:pPr>
            <a:r>
              <a:rPr lang="en-US" sz="3338">
                <a:solidFill>
                  <a:srgbClr val="27253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Grouped days  based on average radiation, and displayed the top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414629"/>
            <a:ext cx="4261110" cy="4872371"/>
          </a:xfrm>
          <a:custGeom>
            <a:avLst/>
            <a:gdLst/>
            <a:ahLst/>
            <a:cxnLst/>
            <a:rect l="l" t="t" r="r" b="b"/>
            <a:pathLst>
              <a:path w="4261110" h="4872371">
                <a:moveTo>
                  <a:pt x="0" y="0"/>
                </a:moveTo>
                <a:lnTo>
                  <a:pt x="4261110" y="0"/>
                </a:lnTo>
                <a:lnTo>
                  <a:pt x="4261110" y="4872371"/>
                </a:lnTo>
                <a:lnTo>
                  <a:pt x="0" y="4872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934338" y="-3216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4978199"/>
                </a:moveTo>
                <a:lnTo>
                  <a:pt x="0" y="4978199"/>
                </a:lnTo>
                <a:lnTo>
                  <a:pt x="0" y="0"/>
                </a:lnTo>
                <a:lnTo>
                  <a:pt x="4353662" y="0"/>
                </a:lnTo>
                <a:lnTo>
                  <a:pt x="4353662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934338" y="5361715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0"/>
                </a:moveTo>
                <a:lnTo>
                  <a:pt x="0" y="0"/>
                </a:lnTo>
                <a:lnTo>
                  <a:pt x="0" y="4978199"/>
                </a:lnTo>
                <a:lnTo>
                  <a:pt x="4353662" y="4978199"/>
                </a:lnTo>
                <a:lnTo>
                  <a:pt x="43536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0" y="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0" y="4978199"/>
                </a:moveTo>
                <a:lnTo>
                  <a:pt x="4353662" y="4978199"/>
                </a:lnTo>
                <a:lnTo>
                  <a:pt x="4353662" y="0"/>
                </a:lnTo>
                <a:lnTo>
                  <a:pt x="0" y="0"/>
                </a:lnTo>
                <a:lnTo>
                  <a:pt x="0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082705" y="2817083"/>
          <a:ext cx="16122590" cy="5582627"/>
        </p:xfrm>
        <a:graphic>
          <a:graphicData uri="http://schemas.openxmlformats.org/drawingml/2006/table">
            <a:tbl>
              <a:tblPr/>
              <a:tblGrid>
                <a:gridCol w="23032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32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32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32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032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032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129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PLANET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YEAR LENGTH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(DAYS)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BRIGHTNESS DIP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SIZE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(x EARTH)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DISTANCE FROM STAR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(AU)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IDEAL DISTANCE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(AU)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044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STAC-1b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4.25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0.0030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5.98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Gas Giant, like Neptune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0.051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44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STAC-2b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80.0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0.0010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2.76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Big rocky or Small glassy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0.337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0.63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044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STAC-3b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37.5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0.0010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Rocky</a:t>
                      </a: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Super-Earth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0.174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0.28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5984137" y="354172"/>
            <a:ext cx="6319726" cy="117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17"/>
              </a:lnSpc>
            </a:pPr>
            <a:r>
              <a:rPr lang="en-US" sz="7640">
                <a:solidFill>
                  <a:srgbClr val="272530"/>
                </a:solidFill>
                <a:latin typeface="Tajawal"/>
                <a:ea typeface="Tajawal"/>
                <a:cs typeface="Tajawal"/>
                <a:sym typeface="Tajawal"/>
              </a:rPr>
              <a:t>PS3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81391" y="1640514"/>
            <a:ext cx="6034818" cy="84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4972" b="1">
                <a:solidFill>
                  <a:srgbClr val="27253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THE THREE PLANETS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414629"/>
            <a:ext cx="4261110" cy="4872371"/>
          </a:xfrm>
          <a:custGeom>
            <a:avLst/>
            <a:gdLst/>
            <a:ahLst/>
            <a:cxnLst/>
            <a:rect l="l" t="t" r="r" b="b"/>
            <a:pathLst>
              <a:path w="4261110" h="4872371">
                <a:moveTo>
                  <a:pt x="0" y="0"/>
                </a:moveTo>
                <a:lnTo>
                  <a:pt x="4261110" y="0"/>
                </a:lnTo>
                <a:lnTo>
                  <a:pt x="4261110" y="4872371"/>
                </a:lnTo>
                <a:lnTo>
                  <a:pt x="0" y="48723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3934338" y="-3216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4978199"/>
                </a:moveTo>
                <a:lnTo>
                  <a:pt x="0" y="4978199"/>
                </a:lnTo>
                <a:lnTo>
                  <a:pt x="0" y="0"/>
                </a:lnTo>
                <a:lnTo>
                  <a:pt x="4353662" y="0"/>
                </a:lnTo>
                <a:lnTo>
                  <a:pt x="4353662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934338" y="5361715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4353662" y="0"/>
                </a:moveTo>
                <a:lnTo>
                  <a:pt x="0" y="0"/>
                </a:lnTo>
                <a:lnTo>
                  <a:pt x="0" y="4978199"/>
                </a:lnTo>
                <a:lnTo>
                  <a:pt x="4353662" y="4978199"/>
                </a:lnTo>
                <a:lnTo>
                  <a:pt x="43536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0" y="0"/>
            <a:ext cx="4353662" cy="4978199"/>
          </a:xfrm>
          <a:custGeom>
            <a:avLst/>
            <a:gdLst/>
            <a:ahLst/>
            <a:cxnLst/>
            <a:rect l="l" t="t" r="r" b="b"/>
            <a:pathLst>
              <a:path w="4353662" h="4978199">
                <a:moveTo>
                  <a:pt x="0" y="4978199"/>
                </a:moveTo>
                <a:lnTo>
                  <a:pt x="4353662" y="4978199"/>
                </a:lnTo>
                <a:lnTo>
                  <a:pt x="4353662" y="0"/>
                </a:lnTo>
                <a:lnTo>
                  <a:pt x="0" y="0"/>
                </a:lnTo>
                <a:lnTo>
                  <a:pt x="0" y="497819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324975" y="3032134"/>
            <a:ext cx="4659162" cy="465916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8218" y="0"/>
                  </a:moveTo>
                  <a:lnTo>
                    <a:pt x="774582" y="0"/>
                  </a:lnTo>
                  <a:cubicBezTo>
                    <a:pt x="795689" y="0"/>
                    <a:pt x="812800" y="17111"/>
                    <a:pt x="812800" y="38218"/>
                  </a:cubicBezTo>
                  <a:lnTo>
                    <a:pt x="812800" y="774582"/>
                  </a:lnTo>
                  <a:cubicBezTo>
                    <a:pt x="812800" y="795689"/>
                    <a:pt x="795689" y="812800"/>
                    <a:pt x="774582" y="812800"/>
                  </a:cubicBezTo>
                  <a:lnTo>
                    <a:pt x="38218" y="812800"/>
                  </a:lnTo>
                  <a:cubicBezTo>
                    <a:pt x="17111" y="812800"/>
                    <a:pt x="0" y="795689"/>
                    <a:pt x="0" y="774582"/>
                  </a:cubicBezTo>
                  <a:lnTo>
                    <a:pt x="0" y="38218"/>
                  </a:lnTo>
                  <a:cubicBezTo>
                    <a:pt x="0" y="17111"/>
                    <a:pt x="17111" y="0"/>
                    <a:pt x="38218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768143" y="3032134"/>
            <a:ext cx="4659162" cy="465916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8218" y="0"/>
                  </a:moveTo>
                  <a:lnTo>
                    <a:pt x="774582" y="0"/>
                  </a:lnTo>
                  <a:cubicBezTo>
                    <a:pt x="795689" y="0"/>
                    <a:pt x="812800" y="17111"/>
                    <a:pt x="812800" y="38218"/>
                  </a:cubicBezTo>
                  <a:lnTo>
                    <a:pt x="812800" y="774582"/>
                  </a:lnTo>
                  <a:cubicBezTo>
                    <a:pt x="812800" y="795689"/>
                    <a:pt x="795689" y="812800"/>
                    <a:pt x="774582" y="812800"/>
                  </a:cubicBezTo>
                  <a:lnTo>
                    <a:pt x="38218" y="812800"/>
                  </a:lnTo>
                  <a:cubicBezTo>
                    <a:pt x="17111" y="812800"/>
                    <a:pt x="0" y="795689"/>
                    <a:pt x="0" y="774582"/>
                  </a:cubicBezTo>
                  <a:lnTo>
                    <a:pt x="0" y="38218"/>
                  </a:lnTo>
                  <a:cubicBezTo>
                    <a:pt x="0" y="17111"/>
                    <a:pt x="17111" y="0"/>
                    <a:pt x="38218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303863" y="3032134"/>
            <a:ext cx="4659162" cy="465916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8218" y="0"/>
                  </a:moveTo>
                  <a:lnTo>
                    <a:pt x="774582" y="0"/>
                  </a:lnTo>
                  <a:cubicBezTo>
                    <a:pt x="795689" y="0"/>
                    <a:pt x="812800" y="17111"/>
                    <a:pt x="812800" y="38218"/>
                  </a:cubicBezTo>
                  <a:lnTo>
                    <a:pt x="812800" y="774582"/>
                  </a:lnTo>
                  <a:cubicBezTo>
                    <a:pt x="812800" y="795689"/>
                    <a:pt x="795689" y="812800"/>
                    <a:pt x="774582" y="812800"/>
                  </a:cubicBezTo>
                  <a:lnTo>
                    <a:pt x="38218" y="812800"/>
                  </a:lnTo>
                  <a:cubicBezTo>
                    <a:pt x="17111" y="812800"/>
                    <a:pt x="0" y="795689"/>
                    <a:pt x="0" y="774582"/>
                  </a:cubicBezTo>
                  <a:lnTo>
                    <a:pt x="0" y="38218"/>
                  </a:lnTo>
                  <a:cubicBezTo>
                    <a:pt x="0" y="17111"/>
                    <a:pt x="17111" y="0"/>
                    <a:pt x="38218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5984137" y="354172"/>
            <a:ext cx="6319726" cy="1172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717"/>
              </a:lnSpc>
            </a:pPr>
            <a:r>
              <a:rPr lang="en-US" sz="7640">
                <a:solidFill>
                  <a:srgbClr val="272530"/>
                </a:solidFill>
                <a:latin typeface="Tajawal"/>
                <a:ea typeface="Tajawal"/>
                <a:cs typeface="Tajawal"/>
                <a:sym typeface="Tajawal"/>
              </a:rPr>
              <a:t>PS2 - PART 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81391" y="1640514"/>
            <a:ext cx="8753374" cy="84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4972" b="1">
                <a:solidFill>
                  <a:srgbClr val="272530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WHY STAC-3b IS THE BEST PICK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31561" y="3260427"/>
            <a:ext cx="159805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B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1.73x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39282" y="3260427"/>
            <a:ext cx="179416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B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Calm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06595" y="3260427"/>
            <a:ext cx="1657112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FFB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0.174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8576" y="4080847"/>
            <a:ext cx="4575561" cy="62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80"/>
              </a:lnSpc>
              <a:spcBef>
                <a:spcPct val="0"/>
              </a:spcBef>
            </a:pPr>
            <a:r>
              <a:rPr lang="en-US" sz="3700" b="1" u="none" strike="noStrike">
                <a:solidFill>
                  <a:srgbClr val="FFB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has solid ground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77725" y="5004745"/>
            <a:ext cx="4353662" cy="2846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At 1.73 times Earth’s size, it’s mostly rock and metal, so we can actually build on it. The other two are mostly gas.</a:t>
            </a:r>
          </a:p>
          <a:p>
            <a:pPr algn="ctr">
              <a:lnSpc>
                <a:spcPts val="3780"/>
              </a:lnSpc>
            </a:pPr>
            <a:endParaRPr lang="en-US" sz="27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003245" y="4898414"/>
            <a:ext cx="4317586" cy="2861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57"/>
              </a:lnSpc>
              <a:spcBef>
                <a:spcPct val="0"/>
              </a:spcBef>
            </a:pPr>
            <a:r>
              <a:rPr lang="en-US" sz="2326" u="none" strike="noStrik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Its star’s ideal distance is 0.28 AU. Compared to the others, STAC-3b is the closest to its ideal. STAC-1b sits way too close and gets blasted with radiation.</a:t>
            </a:r>
          </a:p>
          <a:p>
            <a:pPr marL="0" lvl="0" indent="0" algn="ctr">
              <a:lnSpc>
                <a:spcPts val="3257"/>
              </a:lnSpc>
              <a:spcBef>
                <a:spcPct val="0"/>
              </a:spcBef>
            </a:pPr>
            <a:endParaRPr lang="en-US" sz="2326" u="none" strike="noStrike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809944" y="4080847"/>
            <a:ext cx="4575561" cy="62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80"/>
              </a:lnSpc>
              <a:spcBef>
                <a:spcPct val="0"/>
              </a:spcBef>
            </a:pPr>
            <a:r>
              <a:rPr lang="en-US" sz="3700" b="1">
                <a:solidFill>
                  <a:srgbClr val="FFB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Decent distance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303863" y="4080847"/>
            <a:ext cx="4575561" cy="629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80"/>
              </a:lnSpc>
              <a:spcBef>
                <a:spcPct val="0"/>
              </a:spcBef>
            </a:pPr>
            <a:r>
              <a:rPr lang="en-US" sz="3700" b="1">
                <a:solidFill>
                  <a:srgbClr val="FFBF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Its star will last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74651" y="4930574"/>
            <a:ext cx="4317586" cy="2040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57"/>
              </a:lnSpc>
              <a:spcBef>
                <a:spcPct val="0"/>
              </a:spcBef>
            </a:pPr>
            <a:r>
              <a:rPr lang="en-US" sz="2326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STAC-3</a:t>
            </a:r>
            <a:r>
              <a:rPr lang="en-US" sz="2326" u="none" strike="noStrik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is a small, cool star (an M-dwarf). Stars like this burn for a very long time, so the base would have a safe, stable home.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417</Words>
  <Application>Microsoft Office PowerPoint</Application>
  <PresentationFormat>Custom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Tajawal</vt:lpstr>
      <vt:lpstr>Open Sans Bold</vt:lpstr>
      <vt:lpstr>Arial</vt:lpstr>
      <vt:lpstr>Canva Sans</vt:lpstr>
      <vt:lpstr>Source Sans Pro Bold</vt:lpstr>
      <vt:lpstr>Calibri</vt:lpstr>
      <vt:lpstr>Open Sans</vt:lpstr>
      <vt:lpstr>Canva Sans Bold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JEE Seminar</dc:title>
  <cp:lastModifiedBy>Ishaan Pande</cp:lastModifiedBy>
  <cp:revision>2</cp:revision>
  <dcterms:created xsi:type="dcterms:W3CDTF">2006-08-16T00:00:00Z</dcterms:created>
  <dcterms:modified xsi:type="dcterms:W3CDTF">2026-10-25T06:35:21Z</dcterms:modified>
  <dc:identifier>DAHY_cZ0eaE</dc:identifier>
</cp:coreProperties>
</file>